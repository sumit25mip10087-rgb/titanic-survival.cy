
<file path=[Content_Types].xml><?xml version="1.0" encoding="utf-8"?>
<Types xmlns="http://schemas.openxmlformats.org/package/2006/content-types">
  <Default Extension="tm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02920-070A-4D52-8F1C-36DF5F577E88}" type="datetimeFigureOut">
              <a:rPr lang="en-GB" smtClean="0"/>
              <a:t>25/11/2025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E700C-CA91-4A1C-AA0D-A408E3BADC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47209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02920-070A-4D52-8F1C-36DF5F577E88}" type="datetimeFigureOut">
              <a:rPr lang="en-GB" smtClean="0"/>
              <a:t>25/11/2025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E700C-CA91-4A1C-AA0D-A408E3BADC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52878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02920-070A-4D52-8F1C-36DF5F577E88}" type="datetimeFigureOut">
              <a:rPr lang="en-GB" smtClean="0"/>
              <a:t>25/11/2025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E700C-CA91-4A1C-AA0D-A408E3BADC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3095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02920-070A-4D52-8F1C-36DF5F577E88}" type="datetimeFigureOut">
              <a:rPr lang="en-GB" smtClean="0"/>
              <a:t>25/11/2025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E700C-CA91-4A1C-AA0D-A408E3BADC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3322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02920-070A-4D52-8F1C-36DF5F577E88}" type="datetimeFigureOut">
              <a:rPr lang="en-GB" smtClean="0"/>
              <a:t>25/11/2025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E700C-CA91-4A1C-AA0D-A408E3BADC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47240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02920-070A-4D52-8F1C-36DF5F577E88}" type="datetimeFigureOut">
              <a:rPr lang="en-GB" smtClean="0"/>
              <a:t>25/11/2025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E700C-CA91-4A1C-AA0D-A408E3BADC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6629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02920-070A-4D52-8F1C-36DF5F577E88}" type="datetimeFigureOut">
              <a:rPr lang="en-GB" smtClean="0"/>
              <a:t>25/11/2025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E700C-CA91-4A1C-AA0D-A408E3BADC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91578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02920-070A-4D52-8F1C-36DF5F577E88}" type="datetimeFigureOut">
              <a:rPr lang="en-GB" smtClean="0"/>
              <a:t>25/11/2025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E700C-CA91-4A1C-AA0D-A408E3BADC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0901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02920-070A-4D52-8F1C-36DF5F577E88}" type="datetimeFigureOut">
              <a:rPr lang="en-GB" smtClean="0"/>
              <a:t>25/11/2025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E700C-CA91-4A1C-AA0D-A408E3BADC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60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02920-070A-4D52-8F1C-36DF5F577E88}" type="datetimeFigureOut">
              <a:rPr lang="en-GB" smtClean="0"/>
              <a:t>25/11/2025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E700C-CA91-4A1C-AA0D-A408E3BADC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96993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02920-070A-4D52-8F1C-36DF5F577E88}" type="datetimeFigureOut">
              <a:rPr lang="en-GB" smtClean="0"/>
              <a:t>25/11/2025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E700C-CA91-4A1C-AA0D-A408E3BADC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1050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202920-070A-4D52-8F1C-36DF5F577E88}" type="datetimeFigureOut">
              <a:rPr lang="en-GB" smtClean="0"/>
              <a:t>25/11/2025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4E700C-CA91-4A1C-AA0D-A408E3BADC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13474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99471" y="126609"/>
            <a:ext cx="6499274" cy="3474720"/>
          </a:xfrm>
        </p:spPr>
        <p:txBody>
          <a:bodyPr>
            <a:normAutofit/>
          </a:bodyPr>
          <a:lstStyle/>
          <a:p>
            <a:r>
              <a:rPr lang="en-GB" dirty="0" smtClean="0"/>
              <a:t>TITAINIC DATASET</a:t>
            </a:r>
            <a:br>
              <a:rPr lang="en-GB" dirty="0" smtClean="0"/>
            </a:br>
            <a:r>
              <a:rPr lang="en-GB" dirty="0"/>
              <a:t/>
            </a:r>
            <a:br>
              <a:rPr lang="en-GB" dirty="0"/>
            </a:b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44063" y="2372006"/>
            <a:ext cx="10206696" cy="4042861"/>
          </a:xfrm>
        </p:spPr>
        <p:txBody>
          <a:bodyPr/>
          <a:lstStyle/>
          <a:p>
            <a:r>
              <a:rPr lang="en-GB" dirty="0" smtClean="0"/>
              <a:t>SUB= INTRODUCTION TO PROBLEM SLOVING </a:t>
            </a:r>
          </a:p>
          <a:p>
            <a:r>
              <a:rPr lang="en-GB" dirty="0" smtClean="0"/>
              <a:t>NAME= </a:t>
            </a:r>
            <a:r>
              <a:rPr lang="en-GB" dirty="0" err="1" smtClean="0"/>
              <a:t>Sumit</a:t>
            </a:r>
            <a:r>
              <a:rPr lang="en-GB" dirty="0"/>
              <a:t> </a:t>
            </a:r>
            <a:r>
              <a:rPr lang="en-GB" dirty="0" err="1" smtClean="0"/>
              <a:t>Verma</a:t>
            </a:r>
            <a:endParaRPr lang="en-GB" dirty="0" smtClean="0"/>
          </a:p>
          <a:p>
            <a:r>
              <a:rPr lang="en-GB" dirty="0" smtClean="0"/>
              <a:t>REG NO </a:t>
            </a:r>
            <a:r>
              <a:rPr lang="en-GB" smtClean="0"/>
              <a:t>= </a:t>
            </a:r>
            <a:r>
              <a:rPr lang="en-GB" smtClean="0"/>
              <a:t>25MIP1OO87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347967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1" y="1012239"/>
            <a:ext cx="3255498" cy="113176"/>
          </a:xfrm>
        </p:spPr>
        <p:txBody>
          <a:bodyPr>
            <a:normAutofit fontScale="90000"/>
          </a:bodyPr>
          <a:lstStyle/>
          <a:p>
            <a:r>
              <a:rPr lang="en-GB" dirty="0" smtClean="0"/>
              <a:t>INTROUCTION</a:t>
            </a:r>
            <a:br>
              <a:rPr lang="en-GB" dirty="0" smtClean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8877" y="1417662"/>
            <a:ext cx="10515600" cy="4351338"/>
          </a:xfrm>
        </p:spPr>
        <p:txBody>
          <a:bodyPr>
            <a:normAutofit fontScale="77500" lnSpcReduction="20000"/>
          </a:bodyPr>
          <a:lstStyle/>
          <a:p>
            <a:r>
              <a:rPr lang="en-GB" dirty="0" smtClean="0"/>
              <a:t>The Titanic survival dataset is one of the most popular dataset in data</a:t>
            </a:r>
          </a:p>
          <a:p>
            <a:r>
              <a:rPr lang="en-GB" dirty="0" smtClean="0"/>
              <a:t> science. It contains information about passengers on the Titanic ship, such</a:t>
            </a:r>
          </a:p>
          <a:p>
            <a:r>
              <a:rPr lang="en-GB" dirty="0" smtClean="0"/>
              <a:t> as their, age ,gender , ticket class, fare and most importantly. Whether</a:t>
            </a:r>
          </a:p>
          <a:p>
            <a:r>
              <a:rPr lang="en-GB" dirty="0" smtClean="0"/>
              <a:t> they survived or not.</a:t>
            </a:r>
          </a:p>
          <a:p>
            <a:endParaRPr lang="en-GB" dirty="0" smtClean="0"/>
          </a:p>
          <a:p>
            <a:r>
              <a:rPr lang="en-GB" dirty="0" smtClean="0"/>
              <a:t>The aim of the project is to -- </a:t>
            </a:r>
          </a:p>
          <a:p>
            <a:r>
              <a:rPr lang="en-GB" dirty="0" smtClean="0"/>
              <a:t>Upload the dataset(in csv format) to Google </a:t>
            </a:r>
            <a:r>
              <a:rPr lang="en-GB" dirty="0" err="1" smtClean="0"/>
              <a:t>Colab</a:t>
            </a:r>
            <a:r>
              <a:rPr lang="en-GB" dirty="0" smtClean="0"/>
              <a:t> </a:t>
            </a:r>
          </a:p>
          <a:p>
            <a:r>
              <a:rPr lang="en-GB" dirty="0" smtClean="0"/>
              <a:t>Extract the file</a:t>
            </a:r>
          </a:p>
          <a:p>
            <a:r>
              <a:rPr lang="en-GB" dirty="0" smtClean="0"/>
              <a:t>Load the CSV dataset</a:t>
            </a:r>
          </a:p>
          <a:p>
            <a:r>
              <a:rPr lang="en-GB" dirty="0" smtClean="0"/>
              <a:t>Explore basic dataset information </a:t>
            </a:r>
          </a:p>
          <a:p>
            <a:r>
              <a:rPr lang="en-GB" dirty="0" smtClean="0"/>
              <a:t>Perform basic analysis </a:t>
            </a:r>
          </a:p>
          <a:p>
            <a:r>
              <a:rPr lang="en-GB" dirty="0" smtClean="0"/>
              <a:t>Calculate the survival count</a:t>
            </a:r>
          </a:p>
          <a:p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val="36914497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36098"/>
            <a:ext cx="3536852" cy="787792"/>
          </a:xfrm>
        </p:spPr>
        <p:txBody>
          <a:bodyPr/>
          <a:lstStyle/>
          <a:p>
            <a:r>
              <a:rPr lang="en-GB" dirty="0" smtClean="0"/>
              <a:t>DATA UPLOAD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First , we have to download the dataset. After that, we will write a</a:t>
            </a:r>
            <a:endParaRPr lang="en-GB" dirty="0"/>
          </a:p>
          <a:p>
            <a:pPr marL="0" indent="0">
              <a:buNone/>
            </a:pPr>
            <a:r>
              <a:rPr lang="en-GB" dirty="0" smtClean="0"/>
              <a:t>code to upload the file in Google </a:t>
            </a:r>
            <a:r>
              <a:rPr lang="en-GB" dirty="0" err="1" smtClean="0"/>
              <a:t>colab</a:t>
            </a:r>
            <a:r>
              <a:rPr lang="en-GB" dirty="0" smtClean="0"/>
              <a:t>.</a:t>
            </a:r>
            <a:endParaRPr lang="en-GB" dirty="0"/>
          </a:p>
        </p:txBody>
      </p:sp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492" y="3216480"/>
            <a:ext cx="7773821" cy="1777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85407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33937"/>
            <a:ext cx="4493455" cy="281989"/>
          </a:xfrm>
        </p:spPr>
        <p:txBody>
          <a:bodyPr>
            <a:normAutofit fontScale="90000"/>
          </a:bodyPr>
          <a:lstStyle/>
          <a:p>
            <a:r>
              <a:rPr lang="en-GB" dirty="0" smtClean="0"/>
              <a:t>LOAD &amp;VIEW DATA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This command is used in Python to load the data form the file that we have uploaded.</a:t>
            </a:r>
            <a:endParaRPr lang="en-GB" dirty="0"/>
          </a:p>
        </p:txBody>
      </p:sp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592" y="3165233"/>
            <a:ext cx="11030094" cy="2771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2035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204938" cy="1773164"/>
          </a:xfrm>
        </p:spPr>
        <p:txBody>
          <a:bodyPr>
            <a:normAutofit fontScale="90000"/>
          </a:bodyPr>
          <a:lstStyle/>
          <a:p>
            <a:r>
              <a:rPr lang="en-GB" dirty="0" smtClean="0"/>
              <a:t>BASIC DATASET</a:t>
            </a:r>
            <a:r>
              <a:rPr lang="en-GB" dirty="0"/>
              <a:t/>
            </a:r>
            <a:br>
              <a:rPr lang="en-GB" dirty="0"/>
            </a:br>
            <a:r>
              <a:rPr lang="en-GB" dirty="0" smtClean="0"/>
              <a:t>column types refer to the kind of data stored in each column are the empty or undefined entries in a dataset.</a:t>
            </a:r>
            <a:endParaRPr lang="en-GB" dirty="0"/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4170" y="2250830"/>
            <a:ext cx="4212446" cy="4244119"/>
          </a:xfrm>
        </p:spPr>
      </p:pic>
    </p:spTree>
    <p:extLst>
      <p:ext uri="{BB962C8B-B14F-4D97-AF65-F5344CB8AC3E}">
        <p14:creationId xmlns:p14="http://schemas.microsoft.com/office/powerpoint/2010/main" val="14260716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350" y="552449"/>
            <a:ext cx="11239500" cy="2647951"/>
          </a:xfrm>
        </p:spPr>
        <p:txBody>
          <a:bodyPr>
            <a:normAutofit fontScale="90000"/>
          </a:bodyPr>
          <a:lstStyle/>
          <a:p>
            <a:r>
              <a:rPr lang="en-GB" dirty="0" smtClean="0"/>
              <a:t>STATISTICAL SUMMARY</a:t>
            </a:r>
            <a:br>
              <a:rPr lang="en-GB" dirty="0" smtClean="0"/>
            </a:br>
            <a:r>
              <a:rPr lang="en-GB" dirty="0" smtClean="0"/>
              <a:t>The describe()function is used to generate a statistical summary of the dataset .It provides important information such as the mean, minimum value, maximum value, standard deviation , and quartiles for each numerical column. This helps us understand the overall distribution and basic characteristics of data.</a:t>
            </a:r>
            <a:endParaRPr lang="en-GB" dirty="0"/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" y="3752850"/>
            <a:ext cx="11696700" cy="3105150"/>
          </a:xfrm>
        </p:spPr>
      </p:pic>
    </p:spTree>
    <p:extLst>
      <p:ext uri="{BB962C8B-B14F-4D97-AF65-F5344CB8AC3E}">
        <p14:creationId xmlns:p14="http://schemas.microsoft.com/office/powerpoint/2010/main" val="38711740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Survival count</a:t>
            </a:r>
            <a:br>
              <a:rPr lang="en-GB" dirty="0" smtClean="0"/>
            </a:br>
            <a:r>
              <a:rPr lang="en-GB" dirty="0" smtClean="0"/>
              <a:t>To check how many passengers survived:</a:t>
            </a:r>
            <a:endParaRPr lang="en-GB" dirty="0"/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6950" y="2259663"/>
            <a:ext cx="6515099" cy="3294356"/>
          </a:xfrm>
        </p:spPr>
      </p:pic>
    </p:spTree>
    <p:extLst>
      <p:ext uri="{BB962C8B-B14F-4D97-AF65-F5344CB8AC3E}">
        <p14:creationId xmlns:p14="http://schemas.microsoft.com/office/powerpoint/2010/main" val="31140018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2514600" cy="1325563"/>
          </a:xfrm>
        </p:spPr>
        <p:txBody>
          <a:bodyPr/>
          <a:lstStyle/>
          <a:p>
            <a:r>
              <a:rPr lang="en-GB" dirty="0" smtClean="0"/>
              <a:t>Summary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174875"/>
          </a:xfrm>
        </p:spPr>
        <p:txBody>
          <a:bodyPr/>
          <a:lstStyle/>
          <a:p>
            <a:r>
              <a:rPr lang="en-GB" dirty="0" smtClean="0"/>
              <a:t>In this project , the Titanic Survival dataset was uploaded, extracted, loaded , and explored. We examined dataset information. Performed descriptive statistical analysis, and computed the survival count. This project provides a simple and effective introduction to data analysis using python.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13600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206</Words>
  <Application>Microsoft Office PowerPoint</Application>
  <PresentationFormat>Widescreen</PresentationFormat>
  <Paragraphs>27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TITAINIC DATASET  </vt:lpstr>
      <vt:lpstr>INTROUCTION </vt:lpstr>
      <vt:lpstr>DATA UPLOAD </vt:lpstr>
      <vt:lpstr>LOAD &amp;VIEW DATA</vt:lpstr>
      <vt:lpstr>BASIC DATASET column types refer to the kind of data stored in each column are the empty or undefined entries in a dataset.</vt:lpstr>
      <vt:lpstr>STATISTICAL SUMMARY The describe()function is used to generate a statistical summary of the dataset .It provides important information such as the mean, minimum value, maximum value, standard deviation , and quartiles for each numerical column. This helps us understand the overall distribution and basic characteristics of data.</vt:lpstr>
      <vt:lpstr>Survival count To check how many passengers survived: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TITAINIC DATASET</dc:title>
  <dc:creator>Dell</dc:creator>
  <cp:lastModifiedBy>Dell</cp:lastModifiedBy>
  <cp:revision>14</cp:revision>
  <dcterms:created xsi:type="dcterms:W3CDTF">2025-11-24T15:25:48Z</dcterms:created>
  <dcterms:modified xsi:type="dcterms:W3CDTF">2025-11-24T18:42:24Z</dcterms:modified>
</cp:coreProperties>
</file>